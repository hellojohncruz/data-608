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60" r:id="rId6"/>
    <p:sldId id="259" r:id="rId7"/>
    <p:sldId id="270" r:id="rId8"/>
    <p:sldId id="261" r:id="rId9"/>
    <p:sldId id="262" r:id="rId10"/>
    <p:sldId id="271" r:id="rId11"/>
    <p:sldId id="264" r:id="rId12"/>
    <p:sldId id="267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40"/>
  </p:normalViewPr>
  <p:slideViewPr>
    <p:cSldViewPr snapToGrid="0">
      <p:cViewPr varScale="1">
        <p:scale>
          <a:sx n="111" d="100"/>
          <a:sy n="111" d="100"/>
        </p:scale>
        <p:origin x="824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DC093-BC60-A2CD-85EA-9FED1B2F4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1A109-B347-1E68-016A-4E7ACAF88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6D8A0-4767-4D56-DAC0-297209841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783B1-0BED-6004-ABB2-808FA56F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5F3F6-6C55-BC04-1903-91028241A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75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8D32C-78C3-5427-D98A-7C2A0A246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93E83-6251-A877-5276-669A18EF61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49D23-474A-6AA6-1B95-CC0E32DC0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B3D5C-ACE9-B03D-8731-CE95D08D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B6B52-5C70-1AF5-8B64-ABA3A3C5E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1342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90C2-079D-530C-8872-032B15089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661A3E-4103-1654-61EE-66C1DA859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DCF00F-DEBD-AE41-D0AA-B0984F225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3EEE14-AF63-C5C3-5ACA-97DC033D1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F1BF7-4F89-BF8C-04A8-AFC70C2EA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226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743E-C7D9-B655-446D-948D54D28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3C63B-8543-EC90-BD29-0B5AC3296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93DD7-A811-A384-90F0-87767199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2FDCC9-8C43-0B6D-503D-2CC85464D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93260-6FD6-DE73-DD24-426B10978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A4FB29-BAB7-BC8D-79E9-A5823D8D7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71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92A78-2C87-EEB7-F2AF-6A3810A16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51D92E-0ABE-F463-EB5A-6C7544441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C1EE46-37B6-8D63-546C-9078E5E25C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A36195-3FB1-3432-BED1-5655F2694F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35066E-27DF-4FA8-218C-951DFB2EF3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24D5A3-225F-EDE3-80E6-3973370E8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8CAD64-3F71-9323-CA28-E642E5534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1983D2-2B58-E1A2-DEF8-8D42FF046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36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EA7BB-D80B-CF4F-DC43-A341CDEBB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C4D29-0C17-C2F2-6EB8-5317D2ED1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8E640-CBBC-44D1-BF54-C9D7D093F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88E75-A054-7B13-E6C8-E27556260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236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5F09C7-A92D-A679-9D77-5CADC0EE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F211C2-2A2D-BA64-4531-5384A553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C19507-9E11-1CDA-9467-595E6964A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087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3DBB0-A7B7-1386-816E-038C60CEE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EEBA2-2DA1-1C22-3488-7CA776D58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19F913-3246-C1DD-0BE1-C22E510DC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0044F-EC68-CD6F-3DED-AAAAFA7FC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FC65DF-80AE-4785-2E28-FB7104A12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865C7-4441-A6D3-4DA0-46B7E8C9A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26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AB5BC-02EC-3144-A3F1-A7CBBD118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C18F0C-ED5F-2447-D3F5-83AA15574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087906-D0F9-6E27-20D7-82F386EE52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D25F6-0800-F3E2-99E7-BF911534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C98926-4754-F14A-1FF6-F8528C300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06B4FE-1F5E-5F3A-DE9C-45F4AB7CC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178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149B4A-0244-8799-9D29-EA54B4950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25C633-7A29-697C-E4D2-232C83133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41397-8774-CB61-4667-930D47B2E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937EB0-9233-D562-B9BF-4D226DE16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85D35-134C-645D-9128-CBFAB7613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3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A0C17B-ECFC-9D41-93C9-70CD866DB7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BBCD1-5317-35BC-C3FF-1485A67C9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3957D-E55F-A5F8-EE3F-AD415D94A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F9881E-AA02-84F8-82E2-AAAAD73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41DFE-836E-3856-33DE-6FA094097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997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47ABEA-BCF5-EB8A-BBD3-F5E7DA4C6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DFAD5-F63D-8D7D-0F0F-89B125E67A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67DA2-4592-975A-5229-729524010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EEF6CA-DF2C-2A4A-AE7E-E229D4F1AC40}" type="datetimeFigureOut">
              <a:rPr lang="en-US" smtClean="0"/>
              <a:t>11/15/25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46DBE-3463-587B-2513-0E3BF12C8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1A312-FDA8-E424-881A-EE0B7FDC6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061CA2-0E97-9E4D-BE82-FAA5F490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97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48DDCE-DC7E-1672-BF80-DD0C93199E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5600"/>
              <a:t>How the Earth's Temperature Effect Cyclonic Storms</a:t>
            </a:r>
            <a:br>
              <a:rPr lang="en-US" sz="5600"/>
            </a:br>
            <a:endParaRPr lang="en-US" sz="56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9308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B7D960-6E9A-5240-AEC3-24926042C1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Global Temperatures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86495E-9CA8-5375-2814-0B8E0F3DB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kern="1200" dirty="0">
                <a:latin typeface="+mn-lt"/>
                <a:ea typeface="+mn-ea"/>
                <a:cs typeface="+mn-cs"/>
              </a:rPr>
              <a:t>Earth has steadily warmed over the last twenty-five years. Does it effect how often or how severe storms become</a:t>
            </a:r>
            <a:r>
              <a:rPr lang="en-US" sz="1800" dirty="0"/>
              <a:t>?</a:t>
            </a:r>
            <a:endParaRPr lang="en-US" sz="1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 descr="A graph showing the temperature of a person&#10;&#10;AI-generated content may be incorrect.">
            <a:extLst>
              <a:ext uri="{FF2B5EF4-FFF2-40B4-BE49-F238E27FC236}">
                <a16:creationId xmlns:a16="http://schemas.microsoft.com/office/drawing/2014/main" id="{98731CFB-ACC5-94EF-8BA6-75EC5BC8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248" y="2734056"/>
            <a:ext cx="6511895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68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4CAE2E5-7186-97E7-D460-D06271C0AF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1277763"/>
              </p:ext>
            </p:extLst>
          </p:nvPr>
        </p:nvGraphicFramePr>
        <p:xfrm>
          <a:off x="1606550" y="1289050"/>
          <a:ext cx="9779000" cy="565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3" name="Document" r:id="rId3" imgW="9779000" imgH="5651500" progId="Word.Document.12">
                  <p:embed/>
                </p:oleObj>
              </mc:Choice>
              <mc:Fallback>
                <p:oleObj name="Document" r:id="rId3" imgW="9779000" imgH="56515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06550" y="1289050"/>
                        <a:ext cx="9779000" cy="5651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88CCD20-0CD4-6C8F-BE57-05386EF57754}"/>
              </a:ext>
            </a:extLst>
          </p:cNvPr>
          <p:cNvSpPr txBox="1"/>
          <p:nvPr/>
        </p:nvSpPr>
        <p:spPr>
          <a:xfrm>
            <a:off x="1409700" y="414119"/>
            <a:ext cx="9702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 the gradual rise in Northern Hemisphere temperatures, it suggests a potential connection between warming conditions and increased storm strength.</a:t>
            </a:r>
          </a:p>
        </p:txBody>
      </p:sp>
    </p:spTree>
    <p:extLst>
      <p:ext uri="{BB962C8B-B14F-4D97-AF65-F5344CB8AC3E}">
        <p14:creationId xmlns:p14="http://schemas.microsoft.com/office/powerpoint/2010/main" val="8603115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FC814-820F-814D-C315-B68ACFB70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5" y="586822"/>
            <a:ext cx="3321019" cy="1645920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en-US" sz="3200" kern="1200" dirty="0">
                <a:latin typeface="+mj-lt"/>
                <a:ea typeface="+mj-ea"/>
                <a:cs typeface="+mj-cs"/>
              </a:rPr>
              <a:t>Northern vs Southern Hemisphere Temperatures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76F8F1-9BC4-24E6-3C85-2F93CB035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kern="1200">
                <a:latin typeface="+mn-lt"/>
                <a:ea typeface="+mn-ea"/>
                <a:cs typeface="+mn-cs"/>
              </a:rPr>
              <a:t>The Northern Hemisphere has been warming up drastically faster.</a:t>
            </a:r>
          </a:p>
        </p:txBody>
      </p:sp>
      <p:pic>
        <p:nvPicPr>
          <p:cNvPr id="4" name="Picture 3" descr="A graph of blue and orange lines&#10;&#10;AI-generated content may be incorrect.">
            <a:extLst>
              <a:ext uri="{FF2B5EF4-FFF2-40B4-BE49-F238E27FC236}">
                <a16:creationId xmlns:a16="http://schemas.microsoft.com/office/drawing/2014/main" id="{E496A6C5-CE4B-392D-E75F-79FE26DDE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42" y="2734056"/>
            <a:ext cx="7038108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5836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AF2951-A093-6679-B3EB-728F85ED94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Hurricane Counts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214BE-EC8D-D890-A328-10D52DBD5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kern="1200">
                <a:latin typeface="+mn-lt"/>
                <a:ea typeface="+mn-ea"/>
                <a:cs typeface="+mn-cs"/>
              </a:rPr>
              <a:t>Total numbers rise and fall but do not consistently go up.</a:t>
            </a:r>
          </a:p>
        </p:txBody>
      </p:sp>
      <p:pic>
        <p:nvPicPr>
          <p:cNvPr id="4" name="Picture 3" descr="A graph of a hurricane&#10;&#10;AI-generated content may be incorrect.">
            <a:extLst>
              <a:ext uri="{FF2B5EF4-FFF2-40B4-BE49-F238E27FC236}">
                <a16:creationId xmlns:a16="http://schemas.microsoft.com/office/drawing/2014/main" id="{D290B3C9-17E3-C84A-760C-FD0AC4F1DA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42" y="2734056"/>
            <a:ext cx="7038108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885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390B24-F2A8-5E07-3245-BC05DE33B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Where Hurricanes Happen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FC44E8-A5B8-ED2A-B43E-A648082BF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kern="1200">
                <a:latin typeface="+mn-lt"/>
                <a:ea typeface="+mn-ea"/>
                <a:cs typeface="+mn-cs"/>
              </a:rPr>
              <a:t>Most hurricanes occur in the Northern Hemisphere.</a:t>
            </a:r>
          </a:p>
        </p:txBody>
      </p:sp>
      <p:pic>
        <p:nvPicPr>
          <p:cNvPr id="4" name="Picture 3" descr="A graph of a hurricane&#10;&#10;AI-generated content may be incorrect.">
            <a:extLst>
              <a:ext uri="{FF2B5EF4-FFF2-40B4-BE49-F238E27FC236}">
                <a16:creationId xmlns:a16="http://schemas.microsoft.com/office/drawing/2014/main" id="{BDB1E3D4-CC4F-E3F7-FA99-EB422C856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1142" y="2734056"/>
            <a:ext cx="7038108" cy="34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279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550BE34-C2B8-49B8-8519-67A8CAD51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947A6C-A502-19D8-9532-7CEB2F25A7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>
                <a:latin typeface="+mj-lt"/>
                <a:ea typeface="+mj-ea"/>
                <a:cs typeface="+mj-cs"/>
              </a:rPr>
              <a:t>Hurricane Classifications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C50EE9-8FDE-CB3C-BCCC-9A30AF452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Hurricanes categorized as Category 3 or higher are generally considered major. </a:t>
            </a:r>
            <a:endParaRPr lang="en-US" sz="1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6" name="Picture 5" descr="A list of damage on a white background&#10;&#10;AI-generated content may be incorrect.">
            <a:extLst>
              <a:ext uri="{FF2B5EF4-FFF2-40B4-BE49-F238E27FC236}">
                <a16:creationId xmlns:a16="http://schemas.microsoft.com/office/drawing/2014/main" id="{918C3D46-2142-B603-B1CB-063BE0F7E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" y="3233902"/>
            <a:ext cx="11164824" cy="248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60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84ECDE7A-6944-466D-8FFE-149A29BA6B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3420082-9415-44EC-802E-C77D71D59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55A52C45-1FCB-4636-A80F-2849B8226C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E593E6-F1D7-2DF0-213C-4F73C52B9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/>
              <a:t>Hurricane Strength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68EB4DD-3704-43AD-92B3-C4E0C6EA9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7079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graph of different types of graphs&#10;&#10;AI-generated content may be incorrect.">
            <a:extLst>
              <a:ext uri="{FF2B5EF4-FFF2-40B4-BE49-F238E27FC236}">
                <a16:creationId xmlns:a16="http://schemas.microsoft.com/office/drawing/2014/main" id="{D4DAC4AA-0556-20B8-5884-2BF7195B75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-584" r="2" b="1"/>
          <a:stretch>
            <a:fillRect/>
          </a:stretch>
        </p:blipFill>
        <p:spPr>
          <a:xfrm>
            <a:off x="2256813" y="2011680"/>
            <a:ext cx="7515260" cy="476231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9B41E-120A-A206-A5D4-B0D9DC77F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4144" y="412982"/>
            <a:ext cx="3872243" cy="141972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Strong hurricanes spike during the warmest years.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001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082622D-AAF3-4897-8629-FC918530D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7457DD9-5A45-400A-AB4B-4B4EDECA25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E1E1E1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3AF934-C568-9167-25B3-53C7F734C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641850"/>
            <a:ext cx="3611880" cy="1535865"/>
          </a:xfrm>
        </p:spPr>
        <p:txBody>
          <a:bodyPr>
            <a:normAutofit/>
          </a:bodyPr>
          <a:lstStyle/>
          <a:p>
            <a:r>
              <a:rPr lang="en-US" sz="3200" dirty="0"/>
              <a:t>Tornado Counts in the United States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41CF7D6-A660-431A-B0BB-140A0D5556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70A85B-3810-4F95-97B0-CBF4CCDB3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5E8AE4-DEA2-2759-BC43-2E1F555A9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0640" y="641850"/>
            <a:ext cx="6053160" cy="153586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Similarly, tornado counts vary year to year, with no increase in </a:t>
            </a:r>
            <a:r>
              <a:rPr lang="en-US" sz="1800" dirty="0" err="1"/>
              <a:t>occurences</a:t>
            </a:r>
            <a:r>
              <a:rPr lang="en-US" sz="1800" dirty="0"/>
              <a:t>. </a:t>
            </a:r>
          </a:p>
        </p:txBody>
      </p:sp>
      <p:pic>
        <p:nvPicPr>
          <p:cNvPr id="4" name="Picture 3" descr="A graph of a tornado&#10;&#10;AI-generated content may be incorrect.">
            <a:extLst>
              <a:ext uri="{FF2B5EF4-FFF2-40B4-BE49-F238E27FC236}">
                <a16:creationId xmlns:a16="http://schemas.microsoft.com/office/drawing/2014/main" id="{BA5F9CF9-31F4-54B7-6CDF-37EFAAA729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" t="7945" r="1" b="386"/>
          <a:stretch>
            <a:fillRect/>
          </a:stretch>
        </p:blipFill>
        <p:spPr>
          <a:xfrm>
            <a:off x="1761992" y="2639244"/>
            <a:ext cx="8668016" cy="3986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595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E34F60-A961-17A8-97C6-FBA532677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31C7E2D-1331-E847-4B70-0601A574F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6453FE7-9EDC-1512-F1CB-4C6F0BD2D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36512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1A8B3B3-B982-5DD2-2D8D-37C307ABD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746" y="586822"/>
            <a:ext cx="3560252" cy="164592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kern="1200" dirty="0">
                <a:latin typeface="+mj-lt"/>
                <a:ea typeface="+mj-ea"/>
                <a:cs typeface="+mj-cs"/>
              </a:rPr>
              <a:t>Tornado Classifications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D3ACC61-7094-7898-C647-ED6F5FB8CB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105773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DC0885-F0E3-F380-F9E1-D74E57F200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43541" y="140063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6E9985D-5611-F2C7-3C98-19C27A0AE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1164" y="586822"/>
            <a:ext cx="6002636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800" dirty="0"/>
              <a:t>Tornadoes categorized as EF1 or higher begin to cause moderate damage to homes.</a:t>
            </a:r>
            <a:r>
              <a:rPr lang="en-US" sz="1800" dirty="0">
                <a:effectLst/>
              </a:rPr>
              <a:t> </a:t>
            </a:r>
            <a:endParaRPr lang="en-US" sz="1800" kern="1200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A screenshot of a list of words&#10;&#10;AI-generated content may be incorrect.">
            <a:extLst>
              <a:ext uri="{FF2B5EF4-FFF2-40B4-BE49-F238E27FC236}">
                <a16:creationId xmlns:a16="http://schemas.microsoft.com/office/drawing/2014/main" id="{607A382C-4709-710D-BF3D-10254B9A4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9284"/>
          <a:stretch>
            <a:fillRect/>
          </a:stretch>
        </p:blipFill>
        <p:spPr bwMode="auto">
          <a:xfrm>
            <a:off x="1038328" y="3216277"/>
            <a:ext cx="10115344" cy="23745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8602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E98B87-EBEB-24B0-B2B0-B91DDC021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3636819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Temperature vs Tornado Strength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A4FFC-C339-1231-7396-B4E43FEB8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981" y="4872922"/>
            <a:ext cx="3933306" cy="1208141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Warm years match stronger tornadoes.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 descr="A graph of a graph of a graph&#10;&#10;AI-generated content may be incorrect.">
            <a:extLst>
              <a:ext uri="{FF2B5EF4-FFF2-40B4-BE49-F238E27FC236}">
                <a16:creationId xmlns:a16="http://schemas.microsoft.com/office/drawing/2014/main" id="{ED34AF9F-B2A0-7907-BFB5-041ADF4F5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0271" y="625683"/>
            <a:ext cx="6735037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73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11013-A568-1758-7676-2C383AD3F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23004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3200" dirty="0"/>
              <a:t>A warming Earth does not necessarily mean more cyclonic storms, but it often leads to more powerful storms as reflected in their categories.</a:t>
            </a:r>
            <a:endParaRPr lang="en-US" sz="2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79479D-4523-62E0-29A4-441719CB9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356" y="853928"/>
            <a:ext cx="6408836" cy="499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0332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F8C2-41C1-6FBB-F56A-B1C267E9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3600" dirty="0"/>
              <a:t>Regardless of political views on climate change, we should look for ways to strengthen our infrastructure so it can better withstand these storms.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A destroyed area of a beach&#10;&#10;AI-generated content may be incorrect.">
            <a:extLst>
              <a:ext uri="{FF2B5EF4-FFF2-40B4-BE49-F238E27FC236}">
                <a16:creationId xmlns:a16="http://schemas.microsoft.com/office/drawing/2014/main" id="{CAF78198-9D69-A572-F57E-A6529E4989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9138" y="625684"/>
            <a:ext cx="6399272" cy="5455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6034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214</Words>
  <Application>Microsoft Macintosh PowerPoint</Application>
  <PresentationFormat>Widescreen</PresentationFormat>
  <Paragraphs>22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Microsoft Word Document</vt:lpstr>
      <vt:lpstr>How the Earth's Temperature Effect Cyclonic Storms </vt:lpstr>
      <vt:lpstr>Global Temperatures</vt:lpstr>
      <vt:lpstr>PowerPoint Presentation</vt:lpstr>
      <vt:lpstr>Northern vs Southern Hemisphere Temperatures</vt:lpstr>
      <vt:lpstr>Hurricane Counts</vt:lpstr>
      <vt:lpstr>Where Hurricanes Happen</vt:lpstr>
      <vt:lpstr>Hurricane Classifications</vt:lpstr>
      <vt:lpstr>Hurricane Strength</vt:lpstr>
      <vt:lpstr>Tornado Counts in the United States</vt:lpstr>
      <vt:lpstr>Tornado Classifications</vt:lpstr>
      <vt:lpstr>Temperature vs Tornado Strength</vt:lpstr>
      <vt:lpstr>A warming Earth does not necessarily mean more cyclonic storms, but it often leads to more powerful storms as reflected in their categories.</vt:lpstr>
      <vt:lpstr>Regardless of political views on climate change, we should look for ways to strengthen our infrastructure so it can better withstand these storms.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Cruz</dc:creator>
  <cp:lastModifiedBy>John Cruz</cp:lastModifiedBy>
  <cp:revision>4</cp:revision>
  <dcterms:created xsi:type="dcterms:W3CDTF">2025-11-15T15:54:04Z</dcterms:created>
  <dcterms:modified xsi:type="dcterms:W3CDTF">2025-11-15T17:41:00Z</dcterms:modified>
</cp:coreProperties>
</file>
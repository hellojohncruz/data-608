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E6A1-C26F-D37E-DE58-A00DD3FA4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2D721-769B-4583-160E-204D579E5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5892E-71CC-693E-0975-F6D07D5D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8D754-8FFB-EB96-F6D2-770ACCB0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A7632-BD27-A57E-35DD-1E1CF7A3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3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D004-5AA2-C50D-CC9F-7246A5E5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0423-BB15-7451-FDD6-948C9626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0EA5F-5141-07E2-8A68-0CF9308E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F3A9C-77D7-D3D3-4438-C6074DB3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7832-6DBD-89E9-EAE6-31A58EA7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74CE-30D7-3942-5E17-0F6DE1F5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A94FB-8157-80D3-DAD7-056D6E56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7E73D-9190-82A4-4FD6-C2848B2A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FF2A-8EB3-5A77-EB43-E44C9C873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08E57-33CB-A9DD-D255-5FFA1F4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1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9083-10BC-D01C-439C-29C308C1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49F19-3582-4EDF-741E-261244835C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A8DB0-18B7-FE5A-87F9-9CBD01852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4D365-80E1-08C2-AF2C-9D5207F1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9587A-6743-E0AC-C2A7-EB7AED6D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DD8F9-3483-53FE-2D7A-F1FF1AB6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1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335D-96A5-352D-B005-95F9E60A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9C313-62E4-F977-E79B-E9C1D2BF2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16D92-8CB2-5410-9A98-15887A7A9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30639-DEFE-0AEA-9CC1-FC6FC35F5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8EC0-0A3B-F2D2-050B-4B00C0020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4D3131-B97D-1F6D-3A7F-6E4D1C42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9F83D-0313-3B6A-40D5-F12B2BB5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9052A-6C0F-DA68-35A6-5B4D243F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225A-A8B7-4008-D278-8DB5C55B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7D212-BDDD-FF62-B899-6DF9AC3C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EFFFA-CA94-678C-E334-6AC1742D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CE6E-A249-865D-3E55-77B1984D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11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BBB54-DD0F-75E6-6D5E-A28ADD45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FA62F-AD99-7DD9-1077-4D8E73E3E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7D9A1-FFAB-B61F-A67B-ECAB2C9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2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DEB94-FBBA-A818-3B99-A369ADC7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3C722-E1C1-EFCB-0396-41703856F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F6A35-4876-DAF6-7E86-F15FAD877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076A9-6CA2-DD2D-7E07-EA4F8252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98D6C-30CC-8B29-CC2B-6EE7FFE5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6481A-D854-579F-5D31-8251D92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E111-8E6A-87CA-A514-59847E6E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3015E-D335-D78C-410F-DD168F43C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9941-4C02-DA8C-2EAD-5F2E8099C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F7EBC-03C6-0617-93FC-001DC3F9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B2E28-6306-F0E3-13EB-A605FAE3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9F695-21DB-8837-7E69-8DF7E971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9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6E72-308B-63DE-121E-7B038845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53210-9271-AC10-3E16-8EC081E69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6C069-4806-7E83-645B-309BB942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A58CC-CDDD-147F-5F0D-94376E07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FFFE3-2952-9DF0-C5AA-7D034C25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9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886E2B-A790-61EA-BD10-39644FA54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7E541-0458-0C1A-D6B8-1DF4FF268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7586-CBE9-CA7A-590B-C9FCC486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C3C2E-F8F3-12A6-AF71-1E8B9D32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453E0-D755-C38F-0DC1-17BEA120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1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D2798-680A-B21A-AF5C-58A2E208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4ACAD-F0AC-CBB1-8AB4-B310C9474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3B927-198A-6BD2-1201-D994158D2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2439D-7B0D-6440-8B1F-E8DB98967930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7F80-C116-957A-3E1D-E8126B296E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F5882-2027-2056-5A4C-5C1A2186F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CA692-10F9-9E42-81D1-D2665001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8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7A23-1F2E-4D0A-0E54-4B2CCB53B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644C7-3D47-99E9-B9E8-BB20DBB02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0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Cruz</dc:creator>
  <cp:lastModifiedBy>John Cruz</cp:lastModifiedBy>
  <cp:revision>1</cp:revision>
  <dcterms:created xsi:type="dcterms:W3CDTF">2025-12-01T04:32:56Z</dcterms:created>
  <dcterms:modified xsi:type="dcterms:W3CDTF">2025-12-01T04:33:18Z</dcterms:modified>
</cp:coreProperties>
</file>